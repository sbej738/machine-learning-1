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만든 이" initials="오전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5" autoAdjust="0"/>
    <p:restoredTop sz="94660"/>
  </p:normalViewPr>
  <p:slideViewPr>
    <p:cSldViewPr snapToGrid="0">
      <p:cViewPr>
        <p:scale>
          <a:sx n="67" d="100"/>
          <a:sy n="67" d="100"/>
        </p:scale>
        <p:origin x="1157" y="355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C78EDB-4074-4B9C-8A23-C61DB2EAECBA}" type="datetime1">
              <a:rPr lang="ko-KR" altLang="en-US" smtClean="0">
                <a:latin typeface="+mj-ea"/>
                <a:ea typeface="+mj-ea"/>
              </a:rPr>
              <a:t>2026-05-13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94A59610-D21E-4772-A7BF-F2F26E543677}" type="datetime1">
              <a:rPr lang="ko-KR" altLang="en-US" smtClean="0"/>
              <a:pPr/>
              <a:t>2026-05-13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B9A9E5-4F7F-4A7D-9DE1-899232329269}" type="slidenum">
              <a:rPr lang="en-US" altLang="ko-KR" smtClean="0"/>
              <a:pPr/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5214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타임라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래픽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제목을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6" name="텍스트 개체 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7" name="텍스트 개체 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직선 연결선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소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날짜 개체 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바닥글 개체 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3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내용 2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차트 개체 틀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차트를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임라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8" name="텍스트 개체 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7" name="텍스트 개체 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날짜 개체 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바닥글 개체 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SmartArt 개체 틀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4명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</a:lstStyle>
          <a:p>
            <a:pPr lvl="1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8명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5" name="그림 개체 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2" name="텍스트 개체 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6" name="그림 개체 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7" name="그림 개체 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8" name="그림 개체 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61" name="텍스트 개체 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금 조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4" name="내용 개체 틀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5" name="내용 개체 틀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26" name="내용 개체 틀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  <a:endParaRPr lang="ko-KR" altLang="en-US" noProof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마무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n-US" altLang="ko-KR" dirty="0"/>
              <a:t>T-test &amp; z-test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n-US" altLang="ko-KR" dirty="0"/>
              <a:t>6</a:t>
            </a:r>
            <a:r>
              <a:rPr lang="ko-KR" altLang="en-US" dirty="0"/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60597DB-9D51-A92F-9818-6B8DB575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9" y="281583"/>
            <a:ext cx="4831350" cy="36731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CB3137F-0EF6-9225-D2E5-3B5C7ED388D7}"/>
              </a:ext>
            </a:extLst>
          </p:cNvPr>
          <p:cNvSpPr txBox="1"/>
          <p:nvPr/>
        </p:nvSpPr>
        <p:spPr>
          <a:xfrm>
            <a:off x="5726430" y="281583"/>
            <a:ext cx="229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Two_sided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141200E-E1CA-8F6A-A19E-C34B782B9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431" y="650915"/>
            <a:ext cx="5417820" cy="15736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9CB3339-DEA9-851B-0871-E2456614C0FE}"/>
              </a:ext>
            </a:extLst>
          </p:cNvPr>
          <p:cNvSpPr txBox="1"/>
          <p:nvPr/>
        </p:nvSpPr>
        <p:spPr>
          <a:xfrm>
            <a:off x="5726430" y="4557721"/>
            <a:ext cx="229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greater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836BD-1CE2-4189-455C-044E335D8CE8}"/>
              </a:ext>
            </a:extLst>
          </p:cNvPr>
          <p:cNvSpPr txBox="1"/>
          <p:nvPr/>
        </p:nvSpPr>
        <p:spPr>
          <a:xfrm>
            <a:off x="5726430" y="2441488"/>
            <a:ext cx="229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less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1A59163-A606-9C9D-4C88-1177083A9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430" y="2810820"/>
            <a:ext cx="5281118" cy="15622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E9C72B2-A4DA-155B-71C4-1E5BB22EB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6430" y="4959319"/>
            <a:ext cx="5620901" cy="17099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C3C7312-9CE6-5AAF-3B2A-B9CC24675B81}"/>
              </a:ext>
            </a:extLst>
          </p:cNvPr>
          <p:cNvSpPr txBox="1"/>
          <p:nvPr/>
        </p:nvSpPr>
        <p:spPr>
          <a:xfrm>
            <a:off x="582930" y="4373055"/>
            <a:ext cx="56717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T-test </a:t>
            </a:r>
            <a:br>
              <a:rPr lang="en-US" altLang="ko-KR" dirty="0"/>
            </a:br>
            <a:r>
              <a:rPr lang="en-US" altLang="ko-KR" dirty="0" err="1"/>
              <a:t>tow_sided</a:t>
            </a:r>
            <a:r>
              <a:rPr lang="ko-KR" altLang="en-US" dirty="0"/>
              <a:t> 결과 </a:t>
            </a:r>
            <a:r>
              <a:rPr lang="en-US" altLang="ko-KR" dirty="0"/>
              <a:t>p-value = 2.2e-16</a:t>
            </a:r>
            <a:r>
              <a:rPr lang="ko-KR" altLang="en-US" dirty="0"/>
              <a:t>이므로 </a:t>
            </a:r>
            <a:r>
              <a:rPr lang="en-US" altLang="ko-KR" dirty="0"/>
              <a:t>0</a:t>
            </a:r>
            <a:r>
              <a:rPr lang="ko-KR" altLang="en-US" dirty="0"/>
              <a:t>에 수렴</a:t>
            </a:r>
            <a:br>
              <a:rPr lang="en-US" altLang="ko-KR" dirty="0"/>
            </a:br>
            <a:r>
              <a:rPr lang="ko-KR" altLang="en-US" dirty="0"/>
              <a:t>귀무가설 기각으로 두 값이 같지 않음</a:t>
            </a:r>
            <a:br>
              <a:rPr lang="en-US" altLang="ko-KR" dirty="0"/>
            </a:br>
            <a:r>
              <a:rPr lang="en-US" altLang="ko-KR" dirty="0"/>
              <a:t>less </a:t>
            </a:r>
            <a:r>
              <a:rPr lang="ko-KR" altLang="en-US" dirty="0"/>
              <a:t>결과 </a:t>
            </a:r>
            <a:r>
              <a:rPr lang="en-US" altLang="ko-KR" dirty="0"/>
              <a:t>p-value = 1</a:t>
            </a:r>
            <a:r>
              <a:rPr lang="ko-KR" altLang="en-US" dirty="0"/>
              <a:t>이므로 귀무가설 채택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그룹의 값이 </a:t>
            </a:r>
            <a:r>
              <a:rPr lang="en-US" altLang="ko-KR" dirty="0"/>
              <a:t>B</a:t>
            </a:r>
            <a:r>
              <a:rPr lang="ko-KR" altLang="en-US" dirty="0"/>
              <a:t>그룹의 값보다 작지 않다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Greater</a:t>
            </a:r>
            <a:r>
              <a:rPr lang="ko-KR" altLang="en-US" dirty="0"/>
              <a:t>결과 </a:t>
            </a:r>
            <a:r>
              <a:rPr lang="en-US" altLang="ko-KR" dirty="0"/>
              <a:t>p-value = 2.2e-16</a:t>
            </a:r>
            <a:r>
              <a:rPr lang="ko-KR" altLang="en-US" dirty="0"/>
              <a:t>이므로 </a:t>
            </a:r>
            <a:r>
              <a:rPr lang="en-US" altLang="ko-KR" dirty="0"/>
              <a:t>0</a:t>
            </a:r>
            <a:r>
              <a:rPr lang="ko-KR" altLang="en-US" dirty="0"/>
              <a:t>에 수렵</a:t>
            </a:r>
            <a:endParaRPr lang="en-US" altLang="ko-KR" dirty="0"/>
          </a:p>
          <a:p>
            <a:r>
              <a:rPr lang="ko-KR" altLang="en-US" dirty="0"/>
              <a:t>귀무가설 기각으로 </a:t>
            </a:r>
            <a:r>
              <a:rPr lang="en-US" altLang="ko-KR" dirty="0"/>
              <a:t>A</a:t>
            </a:r>
            <a:r>
              <a:rPr lang="ko-KR" altLang="en-US" dirty="0"/>
              <a:t>그룹의 값이 </a:t>
            </a:r>
            <a:r>
              <a:rPr lang="en-US" altLang="ko-KR" dirty="0"/>
              <a:t>B</a:t>
            </a:r>
            <a:r>
              <a:rPr lang="ko-KR" altLang="en-US" dirty="0"/>
              <a:t>그룹의 값보다 크다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그에 따라 </a:t>
            </a:r>
            <a:r>
              <a:rPr lang="en-US" altLang="ko-KR" dirty="0"/>
              <a:t>Group-A &gt; Group-B3w</a:t>
            </a:r>
          </a:p>
        </p:txBody>
      </p:sp>
    </p:spTree>
    <p:extLst>
      <p:ext uri="{BB962C8B-B14F-4D97-AF65-F5344CB8AC3E}">
        <p14:creationId xmlns:p14="http://schemas.microsoft.com/office/powerpoint/2010/main" val="54174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6ECF-B7C7-DD5A-F54B-1C26AB22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80B3B7-679D-1696-413A-7419409D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8" y="453989"/>
            <a:ext cx="4749051" cy="35922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A76028-9DD1-E66F-B441-883726D15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73" y="539926"/>
            <a:ext cx="6991327" cy="1928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8B61B-37D2-99C2-BF68-8862D2217B89}"/>
              </a:ext>
            </a:extLst>
          </p:cNvPr>
          <p:cNvSpPr txBox="1"/>
          <p:nvPr/>
        </p:nvSpPr>
        <p:spPr>
          <a:xfrm>
            <a:off x="5337810" y="3063240"/>
            <a:ext cx="5200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Z-test</a:t>
            </a:r>
            <a:br>
              <a:rPr lang="en-US" altLang="ko-KR" dirty="0"/>
            </a:br>
            <a:r>
              <a:rPr lang="en-US" altLang="ko-KR" dirty="0"/>
              <a:t>p-value = 0.2201</a:t>
            </a:r>
          </a:p>
          <a:p>
            <a:r>
              <a:rPr lang="ko-KR" altLang="en-US" dirty="0"/>
              <a:t>귀무가설 기각</a:t>
            </a:r>
            <a:br>
              <a:rPr lang="en-US" altLang="ko-KR" dirty="0"/>
            </a:b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의 값이 같지 않다</a:t>
            </a:r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집단의 값이 </a:t>
            </a:r>
            <a:r>
              <a:rPr lang="en-US" altLang="ko-KR" dirty="0"/>
              <a:t>b</a:t>
            </a:r>
            <a:r>
              <a:rPr lang="ko-KR" altLang="en-US" dirty="0"/>
              <a:t>집단보다 </a:t>
            </a:r>
            <a:r>
              <a:rPr lang="en-US" altLang="ko-KR" dirty="0"/>
              <a:t>0.5 </a:t>
            </a:r>
            <a:r>
              <a:rPr lang="ko-KR" altLang="en-US" dirty="0"/>
              <a:t>더 작음</a:t>
            </a:r>
          </a:p>
        </p:txBody>
      </p:sp>
    </p:spTree>
    <p:extLst>
      <p:ext uri="{BB962C8B-B14F-4D97-AF65-F5344CB8AC3E}">
        <p14:creationId xmlns:p14="http://schemas.microsoft.com/office/powerpoint/2010/main" val="1876168061"/>
      </p:ext>
    </p:extLst>
  </p:cSld>
  <p:clrMapOvr>
    <a:masterClrMapping/>
  </p:clrMapOvr>
</p:sld>
</file>

<file path=ppt/theme/theme1.xml><?xml version="1.0" encoding="utf-8"?>
<a:theme xmlns:a="http://schemas.openxmlformats.org/drawingml/2006/main" name="모노라인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8872_TF22318419_Win32" id="{2BE6961B-FA69-4260-AFAD-3D8256877AF9}" vid="{2636BF1C-1032-4E29-96EC-D5D5F0CCF6A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미니멀한 영업 프레젠테이션</Template>
  <TotalTime>17</TotalTime>
  <Words>96</Words>
  <Application>Microsoft Office PowerPoint</Application>
  <PresentationFormat>와이드스크린</PresentationFormat>
  <Paragraphs>15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모노라인</vt:lpstr>
      <vt:lpstr>T-test &amp; z-test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주현 김</dc:creator>
  <cp:lastModifiedBy>주현 김</cp:lastModifiedBy>
  <cp:revision>1</cp:revision>
  <dcterms:created xsi:type="dcterms:W3CDTF">2026-05-13T06:05:15Z</dcterms:created>
  <dcterms:modified xsi:type="dcterms:W3CDTF">2026-05-13T06:22:26Z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